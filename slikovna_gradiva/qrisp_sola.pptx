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5" r:id="rId8"/>
    <p:sldId id="261" r:id="rId9"/>
    <p:sldId id="266" r:id="rId10"/>
    <p:sldId id="267" r:id="rId11"/>
    <p:sldId id="263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377" autoAdjust="0"/>
    <p:restoredTop sz="94660"/>
  </p:normalViewPr>
  <p:slideViewPr>
    <p:cSldViewPr snapToGrid="0">
      <p:cViewPr varScale="1">
        <p:scale>
          <a:sx n="56" d="100"/>
          <a:sy n="56" d="100"/>
        </p:scale>
        <p:origin x="184" y="2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tnar, Matija" userId="6c99adb3-0a8e-4bfb-b315-ebe63621e73d" providerId="ADAL" clId="{2E5647A1-3B31-5755-8C1B-1D4ADA677DCE}"/>
    <pc:docChg chg="modSld">
      <pc:chgData name="Pretnar, Matija" userId="6c99adb3-0a8e-4bfb-b315-ebe63621e73d" providerId="ADAL" clId="{2E5647A1-3B31-5755-8C1B-1D4ADA677DCE}" dt="2026-06-26T09:29:43.243" v="5" actId="20577"/>
      <pc:docMkLst>
        <pc:docMk/>
      </pc:docMkLst>
      <pc:sldChg chg="modSp mod">
        <pc:chgData name="Pretnar, Matija" userId="6c99adb3-0a8e-4bfb-b315-ebe63621e73d" providerId="ADAL" clId="{2E5647A1-3B31-5755-8C1B-1D4ADA677DCE}" dt="2026-06-26T09:29:43.243" v="5" actId="20577"/>
        <pc:sldMkLst>
          <pc:docMk/>
          <pc:sldMk cId="1249721231" sldId="267"/>
        </pc:sldMkLst>
        <pc:spChg chg="mod">
          <ac:chgData name="Pretnar, Matija" userId="6c99adb3-0a8e-4bfb-b315-ebe63621e73d" providerId="ADAL" clId="{2E5647A1-3B31-5755-8C1B-1D4ADA677DCE}" dt="2026-06-26T09:29:43.243" v="5" actId="20577"/>
          <ac:spMkLst>
            <pc:docMk/>
            <pc:sldMk cId="1249721231" sldId="267"/>
            <ac:spMk id="2" creationId="{A00BBF16-3038-4DCB-8E3E-480E3E18F3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5E3F-C21C-45AD-B7B1-C33245869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12C5D-09C2-4442-82CA-04523863A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1EFA1-DFF9-4277-B165-3A087300A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796C8-1404-45D6-A0EA-F7D985388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F9CD2-F13D-435A-AE90-3D59F0ED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9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D77D-0390-439D-B356-C9366D30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61EA1-64DF-46C4-A2A5-E8DE110B5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CD6B4-84CC-4B10-86F0-3756C8D5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5BFA1-8078-4DC7-AD1B-B9787D48A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35B96-DE2E-4BBE-AE95-649AB4A1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0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D75C-5D38-4B14-B37E-CD7737F8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EC51E-455C-4894-AAF1-3F7DE5195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C1346-824B-4B6E-8A5A-8FCEA4BDA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3D028-D24A-4294-B2BC-F9CE3C49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64912-D96E-4AAB-93E0-E79663AC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28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03AAB-D093-40A1-B44E-6B53FEAD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F5659-0412-44D3-BE12-BEDD23B35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43D5A-68A5-4EF4-87D4-9049B556C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B3A8-0A0E-49E5-88E7-56D42C3A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DB851-0989-4072-ABAE-0BAFE8BF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7C0DF-447B-4585-BD24-1DC0D394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8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EB81-DEBD-46EE-AFA1-B926F4C6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7F598-4EBE-45BD-A3C6-0D30DC70E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813FC-73C2-4A6B-8159-301FF0AE0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1321A-E6C7-4721-A4FE-366461D8C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C4918-DA6E-497E-872A-F33C493F18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7CF6C-2E44-43AC-9834-0D155191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43DA82-BBD2-400E-8BBD-3ADB879A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A0A77-4A7D-4339-BA2D-CA51BA06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7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7DF25-D8F5-4B9C-AFD4-75736750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A7C59-5886-467B-9BF2-80E3E6A83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3D999-4DF2-48AA-AC0E-DF93D2CF8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52839-6AAD-4553-9CA3-7B3F788C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28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460BA0-DC6B-46AA-B3F4-7DD753A4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9734BF-0FBE-4380-96C4-C74B24C0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C6709-A899-45C3-8358-B98C9F6F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4C97-480C-4CAF-98EE-5D7EEEB8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A2FE3-6473-4D3B-ACEF-E87EDAF0D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977D8-28EC-46D8-A5FC-1ACB19D19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DCA59-78CC-4BD8-8C6B-02BE0AD6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F5CD-2ECA-4696-A9E9-42C945BA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A280C-DDAE-4B98-ADBB-EA01D1ED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7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51AB-76BC-4FC0-B732-96DFE7A1D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8BB90C-DD2C-4968-BCFC-6456AE4D1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B6198-4FA3-4395-9DD7-12CD13504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D4D83-73B9-4D9E-AD12-5FCF3829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A0CDA-3EF2-4340-95EB-9E6ED8FD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B8567-1AEB-448F-BB43-72E885B0A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7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FA26-3B95-47B0-AAA4-590FE218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D6B1-6FF0-4418-8834-ECEDAE8FD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492B7-4A6C-468C-984E-0A4385A7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B4BC-401C-481B-AC4C-50B93511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3A1D4-BC47-4FAF-8F94-05851C42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44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AE0D3-9FA4-4CCE-9E9E-1524D8C01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04691-4046-452B-9119-F8DE0E7C4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1BEE4-4033-4DA2-9650-8E6A8C1A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432C4-932E-4EFD-B233-418C7A56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9A29B-8B88-4D64-98A7-9ECE5F7EF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17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FE9696-E0DA-4EEC-B5D5-776F2C66B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2A717-AA4F-48D8-B26B-C214C422B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60AE5-DD27-420B-A8C9-F01A10457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EAC0E-F99C-47C9-A4ED-4F9191E5C1C0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0790E-53B7-42A5-BCC2-39FAC7CA5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4F99C-CB56-434D-9144-BCB91D24D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D012A-3962-43EE-A7AC-7F9736F91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8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84E41A-B3A8-406F-B246-2D946F423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54" y="2165083"/>
            <a:ext cx="11453432" cy="252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00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6A735-E912-499A-977E-D620DBAF9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39" y="62004"/>
            <a:ext cx="11214246" cy="6073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AEE488-7969-4DAB-BD62-FED5108E9F1A}"/>
              </a:ext>
            </a:extLst>
          </p:cNvPr>
          <p:cNvSpPr txBox="1"/>
          <p:nvPr/>
        </p:nvSpPr>
        <p:spPr>
          <a:xfrm>
            <a:off x="3284401" y="5472038"/>
            <a:ext cx="5623198" cy="3375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960"/>
              </a:lnSpc>
              <a:buClr>
                <a:schemeClr val="accent1"/>
              </a:buClr>
            </a:pPr>
            <a:r>
              <a:rPr lang="de-DE" sz="4400">
                <a:solidFill>
                  <a:srgbClr val="005B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pip install qrisp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D43B4-54B9-486D-BA8C-6DDCE69626B9}"/>
              </a:ext>
            </a:extLst>
          </p:cNvPr>
          <p:cNvSpPr txBox="1"/>
          <p:nvPr/>
        </p:nvSpPr>
        <p:spPr>
          <a:xfrm>
            <a:off x="3792662" y="5803257"/>
            <a:ext cx="4483600" cy="2554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10000"/>
              </a:lnSpc>
              <a:buClr>
                <a:schemeClr val="accent1"/>
              </a:buClr>
            </a:pPr>
            <a:r>
              <a:rPr lang="en-US" sz="1600"/>
              <a:t>Gif 1: you suddenly feel the urge to pip install qrisp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37512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1877"/>
            <a:ext cx="9144000" cy="2387600"/>
          </a:xfrm>
        </p:spPr>
        <p:txBody>
          <a:bodyPr/>
          <a:lstStyle/>
          <a:p>
            <a:r>
              <a:rPr lang="en-US">
                <a:latin typeface="Consolas" panose="020B0609020204030204" pitchFamily="49" charset="0"/>
              </a:rPr>
              <a:t>kvantno programiranje in a nutshell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8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060B5-91FC-48ED-BAA0-DF385181D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624" y="808968"/>
            <a:ext cx="6986752" cy="524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0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9C0B8-9D54-4CE7-A614-6B1682E49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693" y="180693"/>
            <a:ext cx="6496613" cy="64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1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3AC5B-9B6F-45CA-BBEA-E92A86445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164" y="984467"/>
            <a:ext cx="8005396" cy="488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27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1877"/>
            <a:ext cx="9144000" cy="2387600"/>
          </a:xfrm>
        </p:spPr>
        <p:txBody>
          <a:bodyPr/>
          <a:lstStyle/>
          <a:p>
            <a:r>
              <a:rPr lang="en-US">
                <a:latin typeface="Consolas" panose="020B0609020204030204" pitchFamily="49" charset="0"/>
              </a:rPr>
              <a:t>kvantne spremenljivke</a:t>
            </a:r>
            <a:br>
              <a:rPr lang="en-US">
                <a:latin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</a:rPr>
              <a:t>(QuantumVariable)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0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D17A3-360F-44E2-9135-226D4305F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342" y="1367597"/>
            <a:ext cx="5751316" cy="428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27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1877"/>
            <a:ext cx="9144000" cy="2387600"/>
          </a:xfrm>
        </p:spPr>
        <p:txBody>
          <a:bodyPr/>
          <a:lstStyle/>
          <a:p>
            <a:r>
              <a:rPr lang="en-US">
                <a:latin typeface="Consolas" panose="020B0609020204030204" pitchFamily="49" charset="0"/>
              </a:rPr>
              <a:t>kvantni floati</a:t>
            </a:r>
            <a:br>
              <a:rPr lang="en-US">
                <a:latin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</a:rPr>
              <a:t>(QuantumFloat)</a:t>
            </a:r>
          </a:p>
        </p:txBody>
      </p:sp>
    </p:spTree>
    <p:extLst>
      <p:ext uri="{BB962C8B-B14F-4D97-AF65-F5344CB8AC3E}">
        <p14:creationId xmlns:p14="http://schemas.microsoft.com/office/powerpoint/2010/main" val="345262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1877"/>
            <a:ext cx="9144000" cy="2387600"/>
          </a:xfrm>
        </p:spPr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kvantni</a:t>
            </a:r>
            <a:r>
              <a:rPr lang="en-US" dirty="0">
                <a:latin typeface="Consolas" panose="020B0609020204030204" pitchFamily="49" charset="0"/>
              </a:rPr>
              <a:t> bool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QuantumBool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9721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/>
          <a:lstStyle/>
          <a:p>
            <a:r>
              <a:rPr lang="sl-SI">
                <a:latin typeface="Consolas" panose="020B0609020204030204" pitchFamily="49" charset="0"/>
              </a:rPr>
              <a:t>p</a:t>
            </a:r>
            <a:r>
              <a:rPr lang="en-US">
                <a:latin typeface="Consolas" panose="020B0609020204030204" pitchFamily="49" charset="0"/>
              </a:rPr>
              <a:t>rimerjava floatov in/ali boolov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24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/>
          <a:lstStyle/>
          <a:p>
            <a:r>
              <a:rPr lang="sl-SI">
                <a:latin typeface="Consolas" panose="020B0609020204030204" pitchFamily="49" charset="0"/>
              </a:rPr>
              <a:t>i</a:t>
            </a:r>
            <a:r>
              <a:rPr lang="en-US">
                <a:latin typeface="Consolas" panose="020B0609020204030204" pitchFamily="49" charset="0"/>
              </a:rPr>
              <a:t>skanje deliteljev </a:t>
            </a:r>
            <a:r>
              <a:rPr lang="sl-SI">
                <a:latin typeface="Consolas" panose="020B0609020204030204" pitchFamily="49" charset="0"/>
              </a:rPr>
              <a:t>števila (Shor)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91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BF16-3038-4DCB-8E3E-480E3E18F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/>
          <a:lstStyle/>
          <a:p>
            <a:r>
              <a:rPr lang="sl-SI">
                <a:latin typeface="Consolas" panose="020B0609020204030204" pitchFamily="49" charset="0"/>
              </a:rPr>
              <a:t>kvantna ocena faze (QPE)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CA518-7171-4BEA-BE69-7754BAF5C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0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</Words>
  <Application>Microsoft Macintosh PowerPoint</Application>
  <PresentationFormat>Widescreen</PresentationFormat>
  <Paragraphs>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kvantno programiranje in a nutshell</vt:lpstr>
      <vt:lpstr>PowerPoint Presentation</vt:lpstr>
      <vt:lpstr>PowerPoint Presentation</vt:lpstr>
      <vt:lpstr>PowerPoint Presentation</vt:lpstr>
      <vt:lpstr>kvantne spremenljivke (QuantumVariable)</vt:lpstr>
      <vt:lpstr>PowerPoint Presentation</vt:lpstr>
      <vt:lpstr>kvantni floati (QuantumFloat)</vt:lpstr>
      <vt:lpstr>kvantni bool (QuantumBool)</vt:lpstr>
      <vt:lpstr>primerjava floatov in/ali boolov</vt:lpstr>
      <vt:lpstr>iskanje deliteljev števila (Shor)</vt:lpstr>
      <vt:lpstr>kvantna ocena faze (QPE)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Petric, Matic</dc:creator>
  <cp:lastModifiedBy>Pretnar, Matija</cp:lastModifiedBy>
  <cp:revision>3</cp:revision>
  <dcterms:created xsi:type="dcterms:W3CDTF">2025-07-02T08:32:30Z</dcterms:created>
  <dcterms:modified xsi:type="dcterms:W3CDTF">2026-06-26T09:29:52Z</dcterms:modified>
</cp:coreProperties>
</file>